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33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35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50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80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7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72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0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04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6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59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192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5719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81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025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02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522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3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16D7B4-6539-4627-8CEF-92825D621F9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54421-A167-4837-A241-4A985738F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031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  <p:sldLayoutId id="2147484194" r:id="rId14"/>
    <p:sldLayoutId id="2147484195" r:id="rId15"/>
    <p:sldLayoutId id="2147484196" r:id="rId16"/>
    <p:sldLayoutId id="21474841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Loops in python </a:t>
            </a:r>
            <a:br>
              <a:rPr lang="en-GB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04169"/>
          </a:xfrm>
        </p:spPr>
        <p:txBody>
          <a:bodyPr>
            <a:normAutofit/>
          </a:bodyPr>
          <a:lstStyle/>
          <a:p>
            <a:endParaRPr lang="en-GB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22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What </a:t>
            </a:r>
            <a:r>
              <a:rPr lang="en-GB" b="1" dirty="0"/>
              <a:t>Are Loops?</a:t>
            </a:r>
            <a:br>
              <a:rPr lang="en-GB" b="1" dirty="0"/>
            </a:b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Definition: </a:t>
            </a:r>
            <a:r>
              <a:rPr lang="en-GB" dirty="0" smtClean="0"/>
              <a:t>Loops </a:t>
            </a:r>
            <a:r>
              <a:rPr lang="en-GB" dirty="0"/>
              <a:t>allow repeated execution of a block of code.</a:t>
            </a:r>
            <a:br>
              <a:rPr lang="en-GB" dirty="0"/>
            </a:br>
            <a:r>
              <a:rPr lang="en-GB" dirty="0"/>
              <a:t>Used for iteration over data or repeating tasks.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b="1" dirty="0" smtClean="0"/>
              <a:t>Types </a:t>
            </a:r>
            <a:r>
              <a:rPr lang="en-GB" b="1" dirty="0"/>
              <a:t>of Loops in Python</a:t>
            </a:r>
            <a:br>
              <a:rPr lang="en-GB" b="1" dirty="0"/>
            </a:br>
            <a:r>
              <a:rPr lang="en-GB" b="1" dirty="0"/>
              <a:t>for loop</a:t>
            </a:r>
            <a:r>
              <a:rPr lang="en-GB" dirty="0"/>
              <a:t> – Iterate over a sequence</a:t>
            </a:r>
            <a:br>
              <a:rPr lang="en-GB" dirty="0"/>
            </a:br>
            <a:r>
              <a:rPr lang="en-GB" b="1" dirty="0"/>
              <a:t>while loop</a:t>
            </a:r>
            <a:r>
              <a:rPr lang="en-GB" dirty="0"/>
              <a:t> – Run while a condition </a:t>
            </a:r>
            <a:r>
              <a:rPr lang="en-GB" dirty="0" smtClean="0"/>
              <a:t>is</a:t>
            </a:r>
            <a:br>
              <a:rPr lang="en-GB" dirty="0" smtClean="0"/>
            </a:br>
            <a:r>
              <a:rPr lang="en-GB" dirty="0" smtClean="0"/>
              <a:t>true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946" y="1853248"/>
            <a:ext cx="9597908" cy="4395151"/>
          </a:xfrm>
        </p:spPr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01371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For loop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3000" b="1" u="sng" dirty="0" smtClean="0"/>
              <a:t>Syntax :</a:t>
            </a:r>
          </a:p>
          <a:p>
            <a:r>
              <a:rPr lang="en-GB" dirty="0" smtClean="0"/>
              <a:t>Fir variable in sequence :</a:t>
            </a:r>
          </a:p>
          <a:p>
            <a:r>
              <a:rPr lang="en-GB" dirty="0" smtClean="0"/>
              <a:t>#code block </a:t>
            </a:r>
          </a:p>
          <a:p>
            <a:r>
              <a:rPr lang="en-GB" dirty="0"/>
              <a:t> </a:t>
            </a:r>
            <a:endParaRPr lang="en-GB" dirty="0" smtClean="0"/>
          </a:p>
          <a:p>
            <a:r>
              <a:rPr lang="en-GB" sz="3000" b="1" dirty="0" smtClean="0"/>
              <a:t>Example:</a:t>
            </a:r>
          </a:p>
          <a:p>
            <a:r>
              <a:rPr lang="en-GB" dirty="0" smtClean="0"/>
              <a:t>For </a:t>
            </a:r>
            <a:r>
              <a:rPr lang="en-GB" dirty="0" err="1" smtClean="0"/>
              <a:t>i</a:t>
            </a:r>
            <a:r>
              <a:rPr lang="en-GB" dirty="0" smtClean="0"/>
              <a:t> in range(5):</a:t>
            </a:r>
          </a:p>
          <a:p>
            <a:r>
              <a:rPr lang="en-GB" dirty="0" smtClean="0"/>
              <a:t>      print(</a:t>
            </a:r>
            <a:r>
              <a:rPr lang="en-GB" dirty="0" err="1" smtClean="0"/>
              <a:t>i</a:t>
            </a:r>
            <a:r>
              <a:rPr lang="en-GB" dirty="0" smtClean="0"/>
              <a:t>)</a:t>
            </a:r>
          </a:p>
          <a:p>
            <a:r>
              <a:rPr lang="en-GB" dirty="0" smtClean="0"/>
              <a:t>Output :</a:t>
            </a:r>
          </a:p>
          <a:p>
            <a:r>
              <a:rPr lang="en-GB" dirty="0" smtClean="0"/>
              <a:t>01234</a:t>
            </a:r>
          </a:p>
          <a:p>
            <a:r>
              <a:rPr lang="en-GB" b="1" dirty="0"/>
              <a:t>Used For</a:t>
            </a:r>
          </a:p>
          <a:p>
            <a:r>
              <a:rPr lang="en-GB" dirty="0"/>
              <a:t>Iterating lists, strings, ranges, dictionaries,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6885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while condition:</a:t>
            </a:r>
            <a:br>
              <a:rPr lang="en-IN" b="1" dirty="0"/>
            </a:br>
            <a:r>
              <a:rPr lang="en-IN" dirty="0"/>
              <a:t>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Syntax:</a:t>
            </a:r>
          </a:p>
          <a:p>
            <a:r>
              <a:rPr lang="en-IN" b="1" dirty="0" smtClean="0"/>
              <a:t># </a:t>
            </a:r>
            <a:r>
              <a:rPr lang="en-IN" b="1" dirty="0"/>
              <a:t>code </a:t>
            </a:r>
            <a:r>
              <a:rPr lang="en-IN" b="1" dirty="0" smtClean="0"/>
              <a:t>block</a:t>
            </a:r>
          </a:p>
          <a:p>
            <a:r>
              <a:rPr lang="en-GB" dirty="0" smtClean="0"/>
              <a:t>Example:</a:t>
            </a:r>
          </a:p>
          <a:p>
            <a:r>
              <a:rPr lang="nn-NO" dirty="0"/>
              <a:t>i = 1</a:t>
            </a:r>
          </a:p>
          <a:p>
            <a:r>
              <a:rPr lang="nn-NO" dirty="0"/>
              <a:t>while i &lt;= 5:</a:t>
            </a:r>
          </a:p>
          <a:p>
            <a:r>
              <a:rPr lang="nn-NO" dirty="0"/>
              <a:t>    print(i)</a:t>
            </a:r>
          </a:p>
          <a:p>
            <a:r>
              <a:rPr lang="nn-NO" dirty="0"/>
              <a:t>    i += </a:t>
            </a:r>
            <a:r>
              <a:rPr lang="nn-NO" dirty="0" smtClean="0">
                <a:gradFill>
                  <a:gsLst>
                    <a:gs pos="70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1</a:t>
            </a:r>
          </a:p>
          <a:p>
            <a:r>
              <a:rPr lang="en-GB" b="1" dirty="0"/>
              <a:t>Used For</a:t>
            </a:r>
          </a:p>
          <a:p>
            <a:r>
              <a:rPr lang="en-GB" dirty="0"/>
              <a:t>Running until a condition becomes false</a:t>
            </a:r>
          </a:p>
          <a:p>
            <a:r>
              <a:rPr lang="en-GB" dirty="0"/>
              <a:t>Useful when number of iterations is unknown</a:t>
            </a:r>
          </a:p>
          <a:p>
            <a:endParaRPr lang="en-IN" dirty="0">
              <a:gradFill>
                <a:gsLst>
                  <a:gs pos="70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49849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370" y="171450"/>
            <a:ext cx="9387894" cy="1670368"/>
          </a:xfrm>
        </p:spPr>
        <p:txBody>
          <a:bodyPr/>
          <a:lstStyle/>
          <a:p>
            <a:r>
              <a:rPr lang="en-IN" dirty="0"/>
              <a:t>Loop Control Statements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2441493"/>
            <a:ext cx="661797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Exits the loop immediately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 smtClean="0">
                <a:latin typeface="Arial" panose="020B0604020202020204" pitchFamily="34" charset="0"/>
              </a:rPr>
              <a:t>Code:</a:t>
            </a:r>
            <a:endParaRPr kumimoji="0" lang="en-US" alt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 range(10):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== 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brea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55080" y="2217420"/>
            <a:ext cx="496062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 smtClean="0">
                <a:latin typeface="Arial" panose="020B0604020202020204" pitchFamily="34" charset="0"/>
              </a:rPr>
              <a:t>2</a:t>
            </a:r>
            <a:r>
              <a:rPr lang="en-US" altLang="en-US" sz="3200" b="1" dirty="0">
                <a:latin typeface="Arial" panose="020B0604020202020204" pitchFamily="34" charset="0"/>
              </a:rPr>
              <a:t>. continue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Skips current iteration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Arial" panose="020B0604020202020204" pitchFamily="34" charset="0"/>
              </a:rPr>
              <a:t>Code:</a:t>
            </a:r>
            <a:endParaRPr kumimoji="0" lang="en-US" alt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 Unicode MS"/>
              </a:rPr>
              <a:t>for </a:t>
            </a:r>
            <a:r>
              <a:rPr lang="en-US" altLang="en-US" sz="3200" dirty="0" err="1">
                <a:latin typeface="Arial Unicode MS"/>
              </a:rPr>
              <a:t>i</a:t>
            </a:r>
            <a:r>
              <a:rPr lang="en-US" altLang="en-US" sz="3200" dirty="0">
                <a:latin typeface="Arial Unicode MS"/>
              </a:rPr>
              <a:t> in range(5):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 Unicode MS"/>
              </a:rPr>
              <a:t>if </a:t>
            </a:r>
            <a:r>
              <a:rPr lang="en-US" altLang="en-US" sz="3200" dirty="0" err="1">
                <a:latin typeface="Arial Unicode MS"/>
              </a:rPr>
              <a:t>i</a:t>
            </a:r>
            <a:r>
              <a:rPr lang="en-US" altLang="en-US" sz="3200" dirty="0">
                <a:latin typeface="Arial Unicode MS"/>
              </a:rPr>
              <a:t> == 2: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 Unicode MS"/>
              </a:rPr>
              <a:t>continue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17245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sz="4400" b="1" dirty="0">
                <a:latin typeface="Arial" panose="020B0604020202020204" pitchFamily="34" charset="0"/>
              </a:rPr>
              <a:t/>
            </a:r>
            <a:br>
              <a:rPr lang="en-US" altLang="en-US" sz="4400" b="1" dirty="0">
                <a:latin typeface="Arial" panose="020B0604020202020204" pitchFamily="34" charset="0"/>
              </a:rPr>
            </a:br>
            <a:r>
              <a:rPr lang="en-US" altLang="en-US" sz="4400" b="1" dirty="0">
                <a:latin typeface="Arial" panose="020B0604020202020204" pitchFamily="34" charset="0"/>
              </a:rPr>
              <a:t>3. pass</a:t>
            </a:r>
            <a:br>
              <a:rPr lang="en-US" altLang="en-US" sz="4400" b="1" dirty="0">
                <a:latin typeface="Arial" panose="020B0604020202020204" pitchFamily="34" charset="0"/>
              </a:rPr>
            </a:b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Placeholder, does </a:t>
            </a:r>
            <a:r>
              <a:rPr lang="en-US" altLang="en-US" sz="4000" dirty="0" smtClean="0">
                <a:solidFill>
                  <a:schemeClr val="tx1"/>
                </a:solidFill>
                <a:latin typeface="Arial" panose="020B0604020202020204" pitchFamily="34" charset="0"/>
              </a:rPr>
              <a:t>nothing</a:t>
            </a:r>
            <a:br>
              <a:rPr lang="en-US" altLang="en-US" sz="4000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4000" dirty="0">
                <a:latin typeface="Arial" panose="020B0604020202020204" pitchFamily="34" charset="0"/>
              </a:rPr>
              <a:t>Code</a:t>
            </a:r>
            <a:r>
              <a:rPr lang="en-US" altLang="en-US" sz="4000" dirty="0" smtClean="0">
                <a:latin typeface="Arial" panose="020B0604020202020204" pitchFamily="34" charset="0"/>
              </a:rPr>
              <a:t>:</a:t>
            </a:r>
            <a:r>
              <a:rPr lang="en-US" altLang="en-US" sz="8000" dirty="0" smtClean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8000" dirty="0" smtClean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4400" dirty="0" smtClean="0">
                <a:latin typeface="Arial Unicode MS"/>
              </a:rPr>
              <a:t>for </a:t>
            </a:r>
            <a:r>
              <a:rPr lang="en-US" altLang="en-US" sz="4400" dirty="0" err="1">
                <a:latin typeface="Arial Unicode MS"/>
              </a:rPr>
              <a:t>i</a:t>
            </a:r>
            <a:r>
              <a:rPr lang="en-US" altLang="en-US" sz="4400" dirty="0">
                <a:latin typeface="Arial Unicode MS"/>
              </a:rPr>
              <a:t> in range(3):</a:t>
            </a:r>
            <a:br>
              <a:rPr lang="en-US" altLang="en-US" sz="4400" dirty="0">
                <a:latin typeface="Arial Unicode MS"/>
              </a:rPr>
            </a:br>
            <a:r>
              <a:rPr lang="en-US" altLang="en-US" sz="4400" dirty="0">
                <a:latin typeface="Arial Unicode MS"/>
              </a:rPr>
              <a:t> pass</a:t>
            </a:r>
            <a: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sz="8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393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</a:t>
            </a:r>
            <a:br>
              <a:rPr lang="en-GB" dirty="0" smtClean="0"/>
            </a:br>
            <a:r>
              <a:rPr lang="en-GB" dirty="0"/>
              <a:t> </a:t>
            </a:r>
            <a:r>
              <a:rPr lang="en-GB" dirty="0" smtClean="0"/>
              <a:t>                 Thank you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3749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132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Century Gothic</vt:lpstr>
      <vt:lpstr>Wingdings 3</vt:lpstr>
      <vt:lpstr>Ion</vt:lpstr>
      <vt:lpstr>Loops in python  </vt:lpstr>
      <vt:lpstr>What Are Loops?  Definition: Loops allow repeated execution of a block of code. Used for iteration over data or repeating tasks.  Types of Loops in Python for loop – Iterate over a sequence while loop – Run while a condition is true </vt:lpstr>
      <vt:lpstr>1. For loop </vt:lpstr>
      <vt:lpstr>while condition:  </vt:lpstr>
      <vt:lpstr>Loop Control Statements</vt:lpstr>
      <vt:lpstr> 3. pass Placeholder, does nothing  Code: for i in range(3):  pass </vt:lpstr>
      <vt:lpstr>  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in python</dc:title>
  <dc:creator>student</dc:creator>
  <cp:lastModifiedBy>student</cp:lastModifiedBy>
  <cp:revision>7</cp:revision>
  <dcterms:created xsi:type="dcterms:W3CDTF">2025-12-02T04:04:28Z</dcterms:created>
  <dcterms:modified xsi:type="dcterms:W3CDTF">2025-12-02T05:05:19Z</dcterms:modified>
</cp:coreProperties>
</file>